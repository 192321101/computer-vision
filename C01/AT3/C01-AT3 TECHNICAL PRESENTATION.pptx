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4" r:id="rId5"/>
    <p:sldId id="274" r:id="rId6"/>
    <p:sldId id="289" r:id="rId7"/>
    <p:sldId id="269" r:id="rId8"/>
    <p:sldId id="294" r:id="rId9"/>
    <p:sldId id="290" r:id="rId10"/>
    <p:sldId id="280" r:id="rId11"/>
    <p:sldId id="295" r:id="rId12"/>
    <p:sldId id="291" r:id="rId13"/>
    <p:sldId id="273" r:id="rId14"/>
    <p:sldId id="296" r:id="rId15"/>
    <p:sldId id="292" r:id="rId16"/>
    <p:sldId id="281" r:id="rId17"/>
    <p:sldId id="297" r:id="rId18"/>
    <p:sldId id="293" r:id="rId19"/>
    <p:sldId id="282" r:id="rId20"/>
    <p:sldId id="298" r:id="rId21"/>
    <p:sldId id="288" r:id="rId22"/>
    <p:sldId id="279" r:id="rId23"/>
    <p:sldId id="277" r:id="rId24"/>
    <p:sldId id="278" r:id="rId25"/>
    <p:sldId id="266" r:id="rId26"/>
    <p:sldId id="285" r:id="rId27"/>
    <p:sldId id="268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>
      <p:cViewPr varScale="1">
        <p:scale>
          <a:sx n="84" d="100"/>
          <a:sy n="84" d="100"/>
        </p:scale>
        <p:origin x="49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5B393F-FD92-47E8-889C-3EDDA2F822E2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30DB2B-4A5A-4BA9-89ED-CC8306E71BD2}">
      <dgm:prSet custT="1"/>
      <dgm:spPr/>
      <dgm:t>
        <a:bodyPr/>
        <a:lstStyle/>
        <a:p>
          <a:r>
            <a:rPr lang="en-IN" sz="1600" dirty="0"/>
            <a:t>User Interaction Layer</a:t>
          </a:r>
        </a:p>
      </dgm:t>
    </dgm:pt>
    <dgm:pt modelId="{DB5B92AD-6D21-4E14-9045-6E817642B184}" type="parTrans" cxnId="{3F73A604-67E0-4040-B515-56EA217D70E4}">
      <dgm:prSet/>
      <dgm:spPr/>
      <dgm:t>
        <a:bodyPr/>
        <a:lstStyle/>
        <a:p>
          <a:endParaRPr lang="en-IN" sz="2800"/>
        </a:p>
      </dgm:t>
    </dgm:pt>
    <dgm:pt modelId="{1D94D089-4FAC-4CDC-A514-F26DD6DA81CC}" type="sibTrans" cxnId="{3F73A604-67E0-4040-B515-56EA217D70E4}">
      <dgm:prSet custT="1"/>
      <dgm:spPr/>
      <dgm:t>
        <a:bodyPr/>
        <a:lstStyle/>
        <a:p>
          <a:endParaRPr lang="en-IN" sz="1100"/>
        </a:p>
      </dgm:t>
    </dgm:pt>
    <dgm:pt modelId="{1DB637EB-5801-4D78-8B1B-67C948C09685}">
      <dgm:prSet custT="1"/>
      <dgm:spPr/>
      <dgm:t>
        <a:bodyPr/>
        <a:lstStyle/>
        <a:p>
          <a:r>
            <a:rPr lang="en-US" sz="1600" dirty="0"/>
            <a:t>Intelligent Vision Engine Preprocess + Feature Learn</a:t>
          </a:r>
          <a:endParaRPr lang="en-IN" sz="1600" dirty="0"/>
        </a:p>
      </dgm:t>
    </dgm:pt>
    <dgm:pt modelId="{36308670-DB72-41ED-8086-752BCC15D59A}" type="parTrans" cxnId="{7D5858DF-E9D9-4DF7-A923-ACE985D9DC7F}">
      <dgm:prSet/>
      <dgm:spPr/>
      <dgm:t>
        <a:bodyPr/>
        <a:lstStyle/>
        <a:p>
          <a:endParaRPr lang="en-IN" sz="2800"/>
        </a:p>
      </dgm:t>
    </dgm:pt>
    <dgm:pt modelId="{D427A5D6-7F2A-4610-9605-E7346990AC19}" type="sibTrans" cxnId="{7D5858DF-E9D9-4DF7-A923-ACE985D9DC7F}">
      <dgm:prSet custT="1"/>
      <dgm:spPr/>
      <dgm:t>
        <a:bodyPr/>
        <a:lstStyle/>
        <a:p>
          <a:endParaRPr lang="en-IN" sz="1100"/>
        </a:p>
      </dgm:t>
    </dgm:pt>
    <dgm:pt modelId="{DCB4B65A-88A3-4E0E-A30A-43D0559C290A}">
      <dgm:prSet custT="1"/>
      <dgm:spPr/>
      <dgm:t>
        <a:bodyPr/>
        <a:lstStyle/>
        <a:p>
          <a:r>
            <a:rPr lang="en-US" sz="1600" dirty="0"/>
            <a:t>Skin Intelligence Core Skin Type + Disease +Severity Understanding</a:t>
          </a:r>
          <a:endParaRPr lang="en-IN" sz="1600" dirty="0"/>
        </a:p>
      </dgm:t>
    </dgm:pt>
    <dgm:pt modelId="{A59F11E2-B345-47F3-997E-5C3A5B69B1AA}" type="parTrans" cxnId="{5D8A71B3-79D5-4EE4-B338-811203921F17}">
      <dgm:prSet/>
      <dgm:spPr/>
      <dgm:t>
        <a:bodyPr/>
        <a:lstStyle/>
        <a:p>
          <a:endParaRPr lang="en-IN" sz="2800"/>
        </a:p>
      </dgm:t>
    </dgm:pt>
    <dgm:pt modelId="{1A4DF25D-D3B3-4CB1-A7C7-A3837E1F8E61}" type="sibTrans" cxnId="{5D8A71B3-79D5-4EE4-B338-811203921F17}">
      <dgm:prSet custT="1"/>
      <dgm:spPr/>
      <dgm:t>
        <a:bodyPr/>
        <a:lstStyle/>
        <a:p>
          <a:endParaRPr lang="en-IN" sz="1100"/>
        </a:p>
      </dgm:t>
    </dgm:pt>
    <dgm:pt modelId="{1F0B231C-5E6F-4056-99A9-0D1AF4BB4F1B}">
      <dgm:prSet custT="1"/>
      <dgm:spPr/>
      <dgm:t>
        <a:bodyPr/>
        <a:lstStyle/>
        <a:p>
          <a:r>
            <a:rPr lang="en-US" sz="1600" dirty="0"/>
            <a:t>Decision &amp; Care Engine Personalized Suggestions Treatment Guidance</a:t>
          </a:r>
          <a:endParaRPr lang="en-IN" sz="1600" dirty="0"/>
        </a:p>
      </dgm:t>
    </dgm:pt>
    <dgm:pt modelId="{27659122-F6F8-41FD-9B1F-385C45EB421E}" type="parTrans" cxnId="{43986B8E-54ED-48FF-A929-81ABAE19C6FD}">
      <dgm:prSet/>
      <dgm:spPr/>
      <dgm:t>
        <a:bodyPr/>
        <a:lstStyle/>
        <a:p>
          <a:endParaRPr lang="en-IN" sz="2800"/>
        </a:p>
      </dgm:t>
    </dgm:pt>
    <dgm:pt modelId="{ECDF72BD-DF3A-40FF-A224-323CE3E96165}" type="sibTrans" cxnId="{43986B8E-54ED-48FF-A929-81ABAE19C6FD}">
      <dgm:prSet custT="1"/>
      <dgm:spPr/>
      <dgm:t>
        <a:bodyPr/>
        <a:lstStyle/>
        <a:p>
          <a:endParaRPr lang="en-IN" sz="1100"/>
        </a:p>
      </dgm:t>
    </dgm:pt>
    <dgm:pt modelId="{AB1A3B60-5575-484A-9703-A1008A0251C4}">
      <dgm:prSet custT="1"/>
      <dgm:spPr/>
      <dgm:t>
        <a:bodyPr/>
        <a:lstStyle/>
        <a:p>
          <a:r>
            <a:rPr lang="en-US" sz="1600" dirty="0"/>
            <a:t>Knowledge &amp; Data Hub Image History + Results Model Learning Storage </a:t>
          </a:r>
          <a:endParaRPr lang="en-IN" sz="1600" dirty="0"/>
        </a:p>
      </dgm:t>
    </dgm:pt>
    <dgm:pt modelId="{BD6E7615-B05C-4C94-B6DF-2BD35F225C5E}" type="parTrans" cxnId="{C5EFBDAD-054D-4D71-8F89-48FF934BBCB7}">
      <dgm:prSet/>
      <dgm:spPr/>
      <dgm:t>
        <a:bodyPr/>
        <a:lstStyle/>
        <a:p>
          <a:endParaRPr lang="en-IN" sz="2800"/>
        </a:p>
      </dgm:t>
    </dgm:pt>
    <dgm:pt modelId="{6A4CEC5D-EE8B-438E-8FDD-88DF97E846C8}" type="sibTrans" cxnId="{C5EFBDAD-054D-4D71-8F89-48FF934BBCB7}">
      <dgm:prSet custT="1"/>
      <dgm:spPr/>
      <dgm:t>
        <a:bodyPr/>
        <a:lstStyle/>
        <a:p>
          <a:endParaRPr lang="en-IN" sz="1100"/>
        </a:p>
      </dgm:t>
    </dgm:pt>
    <dgm:pt modelId="{C13D071A-61D6-403D-B438-52FC39DE5C9C}">
      <dgm:prSet custT="1"/>
      <dgm:spPr/>
      <dgm:t>
        <a:bodyPr/>
        <a:lstStyle/>
        <a:p>
          <a:r>
            <a:rPr lang="en-US" sz="1600" dirty="0"/>
            <a:t>Progress Intelligence Improvement Tracking Visualization &amp; Trends </a:t>
          </a:r>
          <a:endParaRPr lang="en-IN" sz="1600" dirty="0"/>
        </a:p>
      </dgm:t>
    </dgm:pt>
    <dgm:pt modelId="{CCFD98A8-7903-4AC1-9D32-C9315B0DE3A9}" type="parTrans" cxnId="{DF443B4E-9C69-4587-8378-FCD0894A877A}">
      <dgm:prSet/>
      <dgm:spPr/>
      <dgm:t>
        <a:bodyPr/>
        <a:lstStyle/>
        <a:p>
          <a:endParaRPr lang="en-IN" sz="2800"/>
        </a:p>
      </dgm:t>
    </dgm:pt>
    <dgm:pt modelId="{13DC6080-EDE7-438D-8BDF-7BD5ACD1F5D0}" type="sibTrans" cxnId="{DF443B4E-9C69-4587-8378-FCD0894A877A}">
      <dgm:prSet custT="1"/>
      <dgm:spPr/>
      <dgm:t>
        <a:bodyPr/>
        <a:lstStyle/>
        <a:p>
          <a:endParaRPr lang="en-IN" sz="1100"/>
        </a:p>
      </dgm:t>
    </dgm:pt>
    <dgm:pt modelId="{AE2053B6-EB5C-4372-80AF-3E15C4002804}">
      <dgm:prSet custT="1"/>
      <dgm:spPr/>
      <dgm:t>
        <a:bodyPr/>
        <a:lstStyle/>
        <a:p>
          <a:r>
            <a:rPr lang="en-IN" sz="1600" dirty="0"/>
            <a:t>Feedback &amp; Adaptation Loop Cure Check + User Feedback Model Recommendation Update</a:t>
          </a:r>
        </a:p>
      </dgm:t>
    </dgm:pt>
    <dgm:pt modelId="{7656EBA5-5290-44E6-9376-F65ED5C2AA6B}" type="parTrans" cxnId="{30C02A61-966D-49B6-AC50-3A0E805D5B82}">
      <dgm:prSet/>
      <dgm:spPr/>
      <dgm:t>
        <a:bodyPr/>
        <a:lstStyle/>
        <a:p>
          <a:endParaRPr lang="en-IN" sz="2800"/>
        </a:p>
      </dgm:t>
    </dgm:pt>
    <dgm:pt modelId="{E7D279D6-4ED9-4A97-B0EE-B6FC8E3AD6E8}" type="sibTrans" cxnId="{30C02A61-966D-49B6-AC50-3A0E805D5B82}">
      <dgm:prSet/>
      <dgm:spPr/>
      <dgm:t>
        <a:bodyPr/>
        <a:lstStyle/>
        <a:p>
          <a:endParaRPr lang="en-IN" sz="2800"/>
        </a:p>
      </dgm:t>
    </dgm:pt>
    <dgm:pt modelId="{961FE853-0EA5-4F89-92CA-C225822BD88E}" type="pres">
      <dgm:prSet presAssocID="{7D5B393F-FD92-47E8-889C-3EDDA2F822E2}" presName="Name0" presStyleCnt="0">
        <dgm:presLayoutVars>
          <dgm:dir/>
          <dgm:resizeHandles val="exact"/>
        </dgm:presLayoutVars>
      </dgm:prSet>
      <dgm:spPr/>
    </dgm:pt>
    <dgm:pt modelId="{219400F3-8E8B-45A8-8910-FB8FD1FB2B0F}" type="pres">
      <dgm:prSet presAssocID="{2C30DB2B-4A5A-4BA9-89ED-CC8306E71BD2}" presName="node" presStyleLbl="node1" presStyleIdx="0" presStyleCnt="7" custScaleX="159605">
        <dgm:presLayoutVars>
          <dgm:bulletEnabled val="1"/>
        </dgm:presLayoutVars>
      </dgm:prSet>
      <dgm:spPr/>
    </dgm:pt>
    <dgm:pt modelId="{94916D98-8300-45ED-BC08-D50624576A6D}" type="pres">
      <dgm:prSet presAssocID="{1D94D089-4FAC-4CDC-A514-F26DD6DA81CC}" presName="sibTrans" presStyleLbl="sibTrans2D1" presStyleIdx="0" presStyleCnt="6"/>
      <dgm:spPr/>
    </dgm:pt>
    <dgm:pt modelId="{419DC5E5-1185-4A06-B00C-B8F5AB67C9C0}" type="pres">
      <dgm:prSet presAssocID="{1D94D089-4FAC-4CDC-A514-F26DD6DA81CC}" presName="connectorText" presStyleLbl="sibTrans2D1" presStyleIdx="0" presStyleCnt="6"/>
      <dgm:spPr/>
    </dgm:pt>
    <dgm:pt modelId="{5DA6811F-9984-4927-B9C8-7BAD4B7E6359}" type="pres">
      <dgm:prSet presAssocID="{1DB637EB-5801-4D78-8B1B-67C948C09685}" presName="node" presStyleLbl="node1" presStyleIdx="1" presStyleCnt="7" custScaleX="168950">
        <dgm:presLayoutVars>
          <dgm:bulletEnabled val="1"/>
        </dgm:presLayoutVars>
      </dgm:prSet>
      <dgm:spPr/>
    </dgm:pt>
    <dgm:pt modelId="{A9E62049-ACFD-42EF-977C-E13EFCD7CABD}" type="pres">
      <dgm:prSet presAssocID="{D427A5D6-7F2A-4610-9605-E7346990AC19}" presName="sibTrans" presStyleLbl="sibTrans2D1" presStyleIdx="1" presStyleCnt="6"/>
      <dgm:spPr/>
    </dgm:pt>
    <dgm:pt modelId="{317F14E5-CE87-4159-8FC1-F23153A73D4C}" type="pres">
      <dgm:prSet presAssocID="{D427A5D6-7F2A-4610-9605-E7346990AC19}" presName="connectorText" presStyleLbl="sibTrans2D1" presStyleIdx="1" presStyleCnt="6"/>
      <dgm:spPr/>
    </dgm:pt>
    <dgm:pt modelId="{9DB85A9E-2151-43F8-B632-E55FD9E2B825}" type="pres">
      <dgm:prSet presAssocID="{DCB4B65A-88A3-4E0E-A30A-43D0559C290A}" presName="node" presStyleLbl="node1" presStyleIdx="2" presStyleCnt="7" custScaleX="209558">
        <dgm:presLayoutVars>
          <dgm:bulletEnabled val="1"/>
        </dgm:presLayoutVars>
      </dgm:prSet>
      <dgm:spPr/>
    </dgm:pt>
    <dgm:pt modelId="{F475168B-39CD-43A0-B177-D3E137BF2464}" type="pres">
      <dgm:prSet presAssocID="{1A4DF25D-D3B3-4CB1-A7C7-A3837E1F8E61}" presName="sibTrans" presStyleLbl="sibTrans2D1" presStyleIdx="2" presStyleCnt="6"/>
      <dgm:spPr/>
    </dgm:pt>
    <dgm:pt modelId="{68B0F083-712B-4E07-BF9F-630DADE07FD6}" type="pres">
      <dgm:prSet presAssocID="{1A4DF25D-D3B3-4CB1-A7C7-A3837E1F8E61}" presName="connectorText" presStyleLbl="sibTrans2D1" presStyleIdx="2" presStyleCnt="6"/>
      <dgm:spPr/>
    </dgm:pt>
    <dgm:pt modelId="{F4811E3A-8BE1-45C7-A8D9-982B2C2488A4}" type="pres">
      <dgm:prSet presAssocID="{1F0B231C-5E6F-4056-99A9-0D1AF4BB4F1B}" presName="node" presStyleLbl="node1" presStyleIdx="3" presStyleCnt="7" custScaleX="209260">
        <dgm:presLayoutVars>
          <dgm:bulletEnabled val="1"/>
        </dgm:presLayoutVars>
      </dgm:prSet>
      <dgm:spPr/>
    </dgm:pt>
    <dgm:pt modelId="{8C48D05E-0C53-4B19-B9AC-897F5EB5F142}" type="pres">
      <dgm:prSet presAssocID="{ECDF72BD-DF3A-40FF-A224-323CE3E96165}" presName="sibTrans" presStyleLbl="sibTrans2D1" presStyleIdx="3" presStyleCnt="6"/>
      <dgm:spPr/>
    </dgm:pt>
    <dgm:pt modelId="{4104A6BB-0F50-4EFF-BDA8-69605543AE65}" type="pres">
      <dgm:prSet presAssocID="{ECDF72BD-DF3A-40FF-A224-323CE3E96165}" presName="connectorText" presStyleLbl="sibTrans2D1" presStyleIdx="3" presStyleCnt="6"/>
      <dgm:spPr/>
    </dgm:pt>
    <dgm:pt modelId="{4F7FE0CD-D0E6-4FB1-A62D-50087AD0CCE1}" type="pres">
      <dgm:prSet presAssocID="{AB1A3B60-5575-484A-9703-A1008A0251C4}" presName="node" presStyleLbl="node1" presStyleIdx="4" presStyleCnt="7" custScaleX="164448">
        <dgm:presLayoutVars>
          <dgm:bulletEnabled val="1"/>
        </dgm:presLayoutVars>
      </dgm:prSet>
      <dgm:spPr/>
    </dgm:pt>
    <dgm:pt modelId="{8822A480-A7B7-4075-A522-415B0C522CFB}" type="pres">
      <dgm:prSet presAssocID="{6A4CEC5D-EE8B-438E-8FDD-88DF97E846C8}" presName="sibTrans" presStyleLbl="sibTrans2D1" presStyleIdx="4" presStyleCnt="6"/>
      <dgm:spPr/>
    </dgm:pt>
    <dgm:pt modelId="{C3CAFB1C-5FCE-4551-8B54-ACC6555A1421}" type="pres">
      <dgm:prSet presAssocID="{6A4CEC5D-EE8B-438E-8FDD-88DF97E846C8}" presName="connectorText" presStyleLbl="sibTrans2D1" presStyleIdx="4" presStyleCnt="6"/>
      <dgm:spPr/>
    </dgm:pt>
    <dgm:pt modelId="{A24F67C3-35F7-46EC-8522-25DE4B84ABD3}" type="pres">
      <dgm:prSet presAssocID="{C13D071A-61D6-403D-B438-52FC39DE5C9C}" presName="node" presStyleLbl="node1" presStyleIdx="5" presStyleCnt="7" custScaleX="200874">
        <dgm:presLayoutVars>
          <dgm:bulletEnabled val="1"/>
        </dgm:presLayoutVars>
      </dgm:prSet>
      <dgm:spPr/>
    </dgm:pt>
    <dgm:pt modelId="{4E19B6E4-897F-4F90-9686-B01A41F80826}" type="pres">
      <dgm:prSet presAssocID="{13DC6080-EDE7-438D-8BDF-7BD5ACD1F5D0}" presName="sibTrans" presStyleLbl="sibTrans2D1" presStyleIdx="5" presStyleCnt="6"/>
      <dgm:spPr/>
    </dgm:pt>
    <dgm:pt modelId="{DB2CCA15-49C3-4838-8964-B947D1DD84E0}" type="pres">
      <dgm:prSet presAssocID="{13DC6080-EDE7-438D-8BDF-7BD5ACD1F5D0}" presName="connectorText" presStyleLbl="sibTrans2D1" presStyleIdx="5" presStyleCnt="6"/>
      <dgm:spPr/>
    </dgm:pt>
    <dgm:pt modelId="{14919B44-49E8-4D84-A326-88CAD20CC72E}" type="pres">
      <dgm:prSet presAssocID="{AE2053B6-EB5C-4372-80AF-3E15C4002804}" presName="node" presStyleLbl="node1" presStyleIdx="6" presStyleCnt="7" custScaleX="252958">
        <dgm:presLayoutVars>
          <dgm:bulletEnabled val="1"/>
        </dgm:presLayoutVars>
      </dgm:prSet>
      <dgm:spPr/>
    </dgm:pt>
  </dgm:ptLst>
  <dgm:cxnLst>
    <dgm:cxn modelId="{3F73A604-67E0-4040-B515-56EA217D70E4}" srcId="{7D5B393F-FD92-47E8-889C-3EDDA2F822E2}" destId="{2C30DB2B-4A5A-4BA9-89ED-CC8306E71BD2}" srcOrd="0" destOrd="0" parTransId="{DB5B92AD-6D21-4E14-9045-6E817642B184}" sibTransId="{1D94D089-4FAC-4CDC-A514-F26DD6DA81CC}"/>
    <dgm:cxn modelId="{E65E1406-F5B7-408A-BA0C-4C449C67DEE7}" type="presOf" srcId="{AE2053B6-EB5C-4372-80AF-3E15C4002804}" destId="{14919B44-49E8-4D84-A326-88CAD20CC72E}" srcOrd="0" destOrd="0" presId="urn:microsoft.com/office/officeart/2005/8/layout/process1"/>
    <dgm:cxn modelId="{9B8D252E-DD35-407F-866B-66FFE0BD3FB0}" type="presOf" srcId="{1D94D089-4FAC-4CDC-A514-F26DD6DA81CC}" destId="{419DC5E5-1185-4A06-B00C-B8F5AB67C9C0}" srcOrd="1" destOrd="0" presId="urn:microsoft.com/office/officeart/2005/8/layout/process1"/>
    <dgm:cxn modelId="{1399F02F-9771-4BC6-8EA5-8C0D6793D250}" type="presOf" srcId="{1D94D089-4FAC-4CDC-A514-F26DD6DA81CC}" destId="{94916D98-8300-45ED-BC08-D50624576A6D}" srcOrd="0" destOrd="0" presId="urn:microsoft.com/office/officeart/2005/8/layout/process1"/>
    <dgm:cxn modelId="{385C9430-25F7-4D26-B7FD-812EB49C8159}" type="presOf" srcId="{13DC6080-EDE7-438D-8BDF-7BD5ACD1F5D0}" destId="{4E19B6E4-897F-4F90-9686-B01A41F80826}" srcOrd="0" destOrd="0" presId="urn:microsoft.com/office/officeart/2005/8/layout/process1"/>
    <dgm:cxn modelId="{30C02A61-966D-49B6-AC50-3A0E805D5B82}" srcId="{7D5B393F-FD92-47E8-889C-3EDDA2F822E2}" destId="{AE2053B6-EB5C-4372-80AF-3E15C4002804}" srcOrd="6" destOrd="0" parTransId="{7656EBA5-5290-44E6-9376-F65ED5C2AA6B}" sibTransId="{E7D279D6-4ED9-4A97-B0EE-B6FC8E3AD6E8}"/>
    <dgm:cxn modelId="{64125B43-4319-42C4-8D1F-DC024CBA1420}" type="presOf" srcId="{6A4CEC5D-EE8B-438E-8FDD-88DF97E846C8}" destId="{C3CAFB1C-5FCE-4551-8B54-ACC6555A1421}" srcOrd="1" destOrd="0" presId="urn:microsoft.com/office/officeart/2005/8/layout/process1"/>
    <dgm:cxn modelId="{97B33B4B-A79D-44E3-BE48-BCF3F2627BEA}" type="presOf" srcId="{1DB637EB-5801-4D78-8B1B-67C948C09685}" destId="{5DA6811F-9984-4927-B9C8-7BAD4B7E6359}" srcOrd="0" destOrd="0" presId="urn:microsoft.com/office/officeart/2005/8/layout/process1"/>
    <dgm:cxn modelId="{E39AAA4C-86D0-42BB-93CD-DFBC02437300}" type="presOf" srcId="{D427A5D6-7F2A-4610-9605-E7346990AC19}" destId="{317F14E5-CE87-4159-8FC1-F23153A73D4C}" srcOrd="1" destOrd="0" presId="urn:microsoft.com/office/officeart/2005/8/layout/process1"/>
    <dgm:cxn modelId="{DF443B4E-9C69-4587-8378-FCD0894A877A}" srcId="{7D5B393F-FD92-47E8-889C-3EDDA2F822E2}" destId="{C13D071A-61D6-403D-B438-52FC39DE5C9C}" srcOrd="5" destOrd="0" parTransId="{CCFD98A8-7903-4AC1-9D32-C9315B0DE3A9}" sibTransId="{13DC6080-EDE7-438D-8BDF-7BD5ACD1F5D0}"/>
    <dgm:cxn modelId="{A0193055-3861-4205-9B90-9F2FB5851905}" type="presOf" srcId="{13DC6080-EDE7-438D-8BDF-7BD5ACD1F5D0}" destId="{DB2CCA15-49C3-4838-8964-B947D1DD84E0}" srcOrd="1" destOrd="0" presId="urn:microsoft.com/office/officeart/2005/8/layout/process1"/>
    <dgm:cxn modelId="{4DE46855-A702-445C-B068-2286036A3150}" type="presOf" srcId="{AB1A3B60-5575-484A-9703-A1008A0251C4}" destId="{4F7FE0CD-D0E6-4FB1-A62D-50087AD0CCE1}" srcOrd="0" destOrd="0" presId="urn:microsoft.com/office/officeart/2005/8/layout/process1"/>
    <dgm:cxn modelId="{230D8B82-9ECE-49F7-AFF7-7556F33FE15C}" type="presOf" srcId="{ECDF72BD-DF3A-40FF-A224-323CE3E96165}" destId="{4104A6BB-0F50-4EFF-BDA8-69605543AE65}" srcOrd="1" destOrd="0" presId="urn:microsoft.com/office/officeart/2005/8/layout/process1"/>
    <dgm:cxn modelId="{3D7C7683-7848-4F61-9F4D-2CA566C07A0C}" type="presOf" srcId="{1A4DF25D-D3B3-4CB1-A7C7-A3837E1F8E61}" destId="{68B0F083-712B-4E07-BF9F-630DADE07FD6}" srcOrd="1" destOrd="0" presId="urn:microsoft.com/office/officeart/2005/8/layout/process1"/>
    <dgm:cxn modelId="{0FC65784-CA2B-4BDD-A148-5A4160EE764A}" type="presOf" srcId="{D427A5D6-7F2A-4610-9605-E7346990AC19}" destId="{A9E62049-ACFD-42EF-977C-E13EFCD7CABD}" srcOrd="0" destOrd="0" presId="urn:microsoft.com/office/officeart/2005/8/layout/process1"/>
    <dgm:cxn modelId="{43986B8E-54ED-48FF-A929-81ABAE19C6FD}" srcId="{7D5B393F-FD92-47E8-889C-3EDDA2F822E2}" destId="{1F0B231C-5E6F-4056-99A9-0D1AF4BB4F1B}" srcOrd="3" destOrd="0" parTransId="{27659122-F6F8-41FD-9B1F-385C45EB421E}" sibTransId="{ECDF72BD-DF3A-40FF-A224-323CE3E96165}"/>
    <dgm:cxn modelId="{6773EA97-B9BB-446F-8451-D4D27CC6A54F}" type="presOf" srcId="{1F0B231C-5E6F-4056-99A9-0D1AF4BB4F1B}" destId="{F4811E3A-8BE1-45C7-A8D9-982B2C2488A4}" srcOrd="0" destOrd="0" presId="urn:microsoft.com/office/officeart/2005/8/layout/process1"/>
    <dgm:cxn modelId="{9B69049F-3FF2-434C-8C36-C117D9553A41}" type="presOf" srcId="{7D5B393F-FD92-47E8-889C-3EDDA2F822E2}" destId="{961FE853-0EA5-4F89-92CA-C225822BD88E}" srcOrd="0" destOrd="0" presId="urn:microsoft.com/office/officeart/2005/8/layout/process1"/>
    <dgm:cxn modelId="{7CDC84A8-04E1-44AB-8663-A4090CC03266}" type="presOf" srcId="{ECDF72BD-DF3A-40FF-A224-323CE3E96165}" destId="{8C48D05E-0C53-4B19-B9AC-897F5EB5F142}" srcOrd="0" destOrd="0" presId="urn:microsoft.com/office/officeart/2005/8/layout/process1"/>
    <dgm:cxn modelId="{C5EFBDAD-054D-4D71-8F89-48FF934BBCB7}" srcId="{7D5B393F-FD92-47E8-889C-3EDDA2F822E2}" destId="{AB1A3B60-5575-484A-9703-A1008A0251C4}" srcOrd="4" destOrd="0" parTransId="{BD6E7615-B05C-4C94-B6DF-2BD35F225C5E}" sibTransId="{6A4CEC5D-EE8B-438E-8FDD-88DF97E846C8}"/>
    <dgm:cxn modelId="{5D8A71B3-79D5-4EE4-B338-811203921F17}" srcId="{7D5B393F-FD92-47E8-889C-3EDDA2F822E2}" destId="{DCB4B65A-88A3-4E0E-A30A-43D0559C290A}" srcOrd="2" destOrd="0" parTransId="{A59F11E2-B345-47F3-997E-5C3A5B69B1AA}" sibTransId="{1A4DF25D-D3B3-4CB1-A7C7-A3837E1F8E61}"/>
    <dgm:cxn modelId="{FDCF13C6-DAEF-4EA4-9FCD-5FF5C8DC9EBA}" type="presOf" srcId="{6A4CEC5D-EE8B-438E-8FDD-88DF97E846C8}" destId="{8822A480-A7B7-4075-A522-415B0C522CFB}" srcOrd="0" destOrd="0" presId="urn:microsoft.com/office/officeart/2005/8/layout/process1"/>
    <dgm:cxn modelId="{7D5858DF-E9D9-4DF7-A923-ACE985D9DC7F}" srcId="{7D5B393F-FD92-47E8-889C-3EDDA2F822E2}" destId="{1DB637EB-5801-4D78-8B1B-67C948C09685}" srcOrd="1" destOrd="0" parTransId="{36308670-DB72-41ED-8086-752BCC15D59A}" sibTransId="{D427A5D6-7F2A-4610-9605-E7346990AC19}"/>
    <dgm:cxn modelId="{C2B2DBE3-0BE6-457A-95F3-264DCE309720}" type="presOf" srcId="{DCB4B65A-88A3-4E0E-A30A-43D0559C290A}" destId="{9DB85A9E-2151-43F8-B632-E55FD9E2B825}" srcOrd="0" destOrd="0" presId="urn:microsoft.com/office/officeart/2005/8/layout/process1"/>
    <dgm:cxn modelId="{E6AAC8E8-8222-4851-AAFB-30C52357F68A}" type="presOf" srcId="{C13D071A-61D6-403D-B438-52FC39DE5C9C}" destId="{A24F67C3-35F7-46EC-8522-25DE4B84ABD3}" srcOrd="0" destOrd="0" presId="urn:microsoft.com/office/officeart/2005/8/layout/process1"/>
    <dgm:cxn modelId="{586B35EF-140A-4415-A05C-111AC1B49512}" type="presOf" srcId="{1A4DF25D-D3B3-4CB1-A7C7-A3837E1F8E61}" destId="{F475168B-39CD-43A0-B177-D3E137BF2464}" srcOrd="0" destOrd="0" presId="urn:microsoft.com/office/officeart/2005/8/layout/process1"/>
    <dgm:cxn modelId="{FCE700FE-ED8B-49E4-B9FA-C04C80878167}" type="presOf" srcId="{2C30DB2B-4A5A-4BA9-89ED-CC8306E71BD2}" destId="{219400F3-8E8B-45A8-8910-FB8FD1FB2B0F}" srcOrd="0" destOrd="0" presId="urn:microsoft.com/office/officeart/2005/8/layout/process1"/>
    <dgm:cxn modelId="{A44BA76F-F525-4966-ABF6-BC523D891675}" type="presParOf" srcId="{961FE853-0EA5-4F89-92CA-C225822BD88E}" destId="{219400F3-8E8B-45A8-8910-FB8FD1FB2B0F}" srcOrd="0" destOrd="0" presId="urn:microsoft.com/office/officeart/2005/8/layout/process1"/>
    <dgm:cxn modelId="{A9D6A413-B348-4F5B-AA09-4FA8C696033F}" type="presParOf" srcId="{961FE853-0EA5-4F89-92CA-C225822BD88E}" destId="{94916D98-8300-45ED-BC08-D50624576A6D}" srcOrd="1" destOrd="0" presId="urn:microsoft.com/office/officeart/2005/8/layout/process1"/>
    <dgm:cxn modelId="{0DB04F37-CB07-4BDA-8BF1-AAD2C2729978}" type="presParOf" srcId="{94916D98-8300-45ED-BC08-D50624576A6D}" destId="{419DC5E5-1185-4A06-B00C-B8F5AB67C9C0}" srcOrd="0" destOrd="0" presId="urn:microsoft.com/office/officeart/2005/8/layout/process1"/>
    <dgm:cxn modelId="{743D35C2-5073-48FC-A82A-5F366D66EFC2}" type="presParOf" srcId="{961FE853-0EA5-4F89-92CA-C225822BD88E}" destId="{5DA6811F-9984-4927-B9C8-7BAD4B7E6359}" srcOrd="2" destOrd="0" presId="urn:microsoft.com/office/officeart/2005/8/layout/process1"/>
    <dgm:cxn modelId="{366FDC1D-B55D-427E-B617-A0496157EF77}" type="presParOf" srcId="{961FE853-0EA5-4F89-92CA-C225822BD88E}" destId="{A9E62049-ACFD-42EF-977C-E13EFCD7CABD}" srcOrd="3" destOrd="0" presId="urn:microsoft.com/office/officeart/2005/8/layout/process1"/>
    <dgm:cxn modelId="{9D5F4EB7-F881-4EF4-9B8D-D310919D61EA}" type="presParOf" srcId="{A9E62049-ACFD-42EF-977C-E13EFCD7CABD}" destId="{317F14E5-CE87-4159-8FC1-F23153A73D4C}" srcOrd="0" destOrd="0" presId="urn:microsoft.com/office/officeart/2005/8/layout/process1"/>
    <dgm:cxn modelId="{508CB34B-4637-4770-A71C-8A06FE442FAF}" type="presParOf" srcId="{961FE853-0EA5-4F89-92CA-C225822BD88E}" destId="{9DB85A9E-2151-43F8-B632-E55FD9E2B825}" srcOrd="4" destOrd="0" presId="urn:microsoft.com/office/officeart/2005/8/layout/process1"/>
    <dgm:cxn modelId="{55F200AE-D90A-4E2B-8B39-09346325A6A7}" type="presParOf" srcId="{961FE853-0EA5-4F89-92CA-C225822BD88E}" destId="{F475168B-39CD-43A0-B177-D3E137BF2464}" srcOrd="5" destOrd="0" presId="urn:microsoft.com/office/officeart/2005/8/layout/process1"/>
    <dgm:cxn modelId="{F018BD56-FFD4-4AEC-88EA-0EFB816C6AC5}" type="presParOf" srcId="{F475168B-39CD-43A0-B177-D3E137BF2464}" destId="{68B0F083-712B-4E07-BF9F-630DADE07FD6}" srcOrd="0" destOrd="0" presId="urn:microsoft.com/office/officeart/2005/8/layout/process1"/>
    <dgm:cxn modelId="{5F9802BA-E7DC-4921-94F2-5A9CBB182529}" type="presParOf" srcId="{961FE853-0EA5-4F89-92CA-C225822BD88E}" destId="{F4811E3A-8BE1-45C7-A8D9-982B2C2488A4}" srcOrd="6" destOrd="0" presId="urn:microsoft.com/office/officeart/2005/8/layout/process1"/>
    <dgm:cxn modelId="{1C50B7F5-FE29-48CE-B5DF-CA380AF3EFC5}" type="presParOf" srcId="{961FE853-0EA5-4F89-92CA-C225822BD88E}" destId="{8C48D05E-0C53-4B19-B9AC-897F5EB5F142}" srcOrd="7" destOrd="0" presId="urn:microsoft.com/office/officeart/2005/8/layout/process1"/>
    <dgm:cxn modelId="{CC059599-E22F-453B-BEF5-433711086832}" type="presParOf" srcId="{8C48D05E-0C53-4B19-B9AC-897F5EB5F142}" destId="{4104A6BB-0F50-4EFF-BDA8-69605543AE65}" srcOrd="0" destOrd="0" presId="urn:microsoft.com/office/officeart/2005/8/layout/process1"/>
    <dgm:cxn modelId="{9017EEF1-F2D2-44BE-80D3-5F3BEEFE1E27}" type="presParOf" srcId="{961FE853-0EA5-4F89-92CA-C225822BD88E}" destId="{4F7FE0CD-D0E6-4FB1-A62D-50087AD0CCE1}" srcOrd="8" destOrd="0" presId="urn:microsoft.com/office/officeart/2005/8/layout/process1"/>
    <dgm:cxn modelId="{A2D5189B-2E0A-42ED-A5E5-C72DC9E57E7D}" type="presParOf" srcId="{961FE853-0EA5-4F89-92CA-C225822BD88E}" destId="{8822A480-A7B7-4075-A522-415B0C522CFB}" srcOrd="9" destOrd="0" presId="urn:microsoft.com/office/officeart/2005/8/layout/process1"/>
    <dgm:cxn modelId="{DE8E724F-5C4D-4FAA-93B7-344215F7BFBF}" type="presParOf" srcId="{8822A480-A7B7-4075-A522-415B0C522CFB}" destId="{C3CAFB1C-5FCE-4551-8B54-ACC6555A1421}" srcOrd="0" destOrd="0" presId="urn:microsoft.com/office/officeart/2005/8/layout/process1"/>
    <dgm:cxn modelId="{44E846A4-94E6-460D-B6DA-330625B9949A}" type="presParOf" srcId="{961FE853-0EA5-4F89-92CA-C225822BD88E}" destId="{A24F67C3-35F7-46EC-8522-25DE4B84ABD3}" srcOrd="10" destOrd="0" presId="urn:microsoft.com/office/officeart/2005/8/layout/process1"/>
    <dgm:cxn modelId="{21C3B831-3C22-49F6-9629-3B519204E4BA}" type="presParOf" srcId="{961FE853-0EA5-4F89-92CA-C225822BD88E}" destId="{4E19B6E4-897F-4F90-9686-B01A41F80826}" srcOrd="11" destOrd="0" presId="urn:microsoft.com/office/officeart/2005/8/layout/process1"/>
    <dgm:cxn modelId="{4889818D-F3BA-4D70-B353-7764ACC8F51A}" type="presParOf" srcId="{4E19B6E4-897F-4F90-9686-B01A41F80826}" destId="{DB2CCA15-49C3-4838-8964-B947D1DD84E0}" srcOrd="0" destOrd="0" presId="urn:microsoft.com/office/officeart/2005/8/layout/process1"/>
    <dgm:cxn modelId="{458CC310-7364-4839-A906-3551039DA379}" type="presParOf" srcId="{961FE853-0EA5-4F89-92CA-C225822BD88E}" destId="{14919B44-49E8-4D84-A326-88CAD20CC72E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400F3-8E8B-45A8-8910-FB8FD1FB2B0F}">
      <dsp:nvSpPr>
        <dsp:cNvPr id="0" name=""/>
        <dsp:cNvSpPr/>
      </dsp:nvSpPr>
      <dsp:spPr>
        <a:xfrm>
          <a:off x="7686" y="1215734"/>
          <a:ext cx="1119487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User Interaction Layer</a:t>
          </a:r>
        </a:p>
      </dsp:txBody>
      <dsp:txXfrm>
        <a:off x="40475" y="1248523"/>
        <a:ext cx="1053909" cy="1922553"/>
      </dsp:txXfrm>
    </dsp:sp>
    <dsp:sp modelId="{94916D98-8300-45ED-BC08-D50624576A6D}">
      <dsp:nvSpPr>
        <dsp:cNvPr id="0" name=""/>
        <dsp:cNvSpPr/>
      </dsp:nvSpPr>
      <dsp:spPr>
        <a:xfrm>
          <a:off x="1197314" y="2122825"/>
          <a:ext cx="148699" cy="1739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1197314" y="2157615"/>
        <a:ext cx="104089" cy="104369"/>
      </dsp:txXfrm>
    </dsp:sp>
    <dsp:sp modelId="{5DA6811F-9984-4927-B9C8-7BAD4B7E6359}">
      <dsp:nvSpPr>
        <dsp:cNvPr id="0" name=""/>
        <dsp:cNvSpPr/>
      </dsp:nvSpPr>
      <dsp:spPr>
        <a:xfrm>
          <a:off x="1407737" y="1215734"/>
          <a:ext cx="1185033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Intelligent Vision Engine Preprocess + Feature Learn</a:t>
          </a:r>
          <a:endParaRPr lang="en-IN" sz="1600" kern="1200" dirty="0"/>
        </a:p>
      </dsp:txBody>
      <dsp:txXfrm>
        <a:off x="1442445" y="1250442"/>
        <a:ext cx="1115617" cy="1918715"/>
      </dsp:txXfrm>
    </dsp:sp>
    <dsp:sp modelId="{A9E62049-ACFD-42EF-977C-E13EFCD7CABD}">
      <dsp:nvSpPr>
        <dsp:cNvPr id="0" name=""/>
        <dsp:cNvSpPr/>
      </dsp:nvSpPr>
      <dsp:spPr>
        <a:xfrm>
          <a:off x="2662912" y="2122825"/>
          <a:ext cx="148699" cy="1739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662912" y="2157615"/>
        <a:ext cx="104089" cy="104369"/>
      </dsp:txXfrm>
    </dsp:sp>
    <dsp:sp modelId="{9DB85A9E-2151-43F8-B632-E55FD9E2B825}">
      <dsp:nvSpPr>
        <dsp:cNvPr id="0" name=""/>
        <dsp:cNvSpPr/>
      </dsp:nvSpPr>
      <dsp:spPr>
        <a:xfrm>
          <a:off x="2873336" y="1215734"/>
          <a:ext cx="1469862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Skin Intelligence Core Skin Type + Disease +Severity Understanding</a:t>
          </a:r>
          <a:endParaRPr lang="en-IN" sz="1600" kern="1200" dirty="0"/>
        </a:p>
      </dsp:txBody>
      <dsp:txXfrm>
        <a:off x="2916387" y="1258785"/>
        <a:ext cx="1383760" cy="1902029"/>
      </dsp:txXfrm>
    </dsp:sp>
    <dsp:sp modelId="{F475168B-39CD-43A0-B177-D3E137BF2464}">
      <dsp:nvSpPr>
        <dsp:cNvPr id="0" name=""/>
        <dsp:cNvSpPr/>
      </dsp:nvSpPr>
      <dsp:spPr>
        <a:xfrm>
          <a:off x="4413340" y="2122825"/>
          <a:ext cx="148699" cy="1739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4413340" y="2157615"/>
        <a:ext cx="104089" cy="104369"/>
      </dsp:txXfrm>
    </dsp:sp>
    <dsp:sp modelId="{F4811E3A-8BE1-45C7-A8D9-982B2C2488A4}">
      <dsp:nvSpPr>
        <dsp:cNvPr id="0" name=""/>
        <dsp:cNvSpPr/>
      </dsp:nvSpPr>
      <dsp:spPr>
        <a:xfrm>
          <a:off x="4623763" y="1215734"/>
          <a:ext cx="1467772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Decision &amp; Care Engine Personalized Suggestions Treatment Guidance</a:t>
          </a:r>
          <a:endParaRPr lang="en-IN" sz="1600" kern="1200" dirty="0"/>
        </a:p>
      </dsp:txBody>
      <dsp:txXfrm>
        <a:off x="4666753" y="1258724"/>
        <a:ext cx="1381792" cy="1902151"/>
      </dsp:txXfrm>
    </dsp:sp>
    <dsp:sp modelId="{8C48D05E-0C53-4B19-B9AC-897F5EB5F142}">
      <dsp:nvSpPr>
        <dsp:cNvPr id="0" name=""/>
        <dsp:cNvSpPr/>
      </dsp:nvSpPr>
      <dsp:spPr>
        <a:xfrm>
          <a:off x="6161677" y="2122825"/>
          <a:ext cx="148699" cy="1739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6161677" y="2157615"/>
        <a:ext cx="104089" cy="104369"/>
      </dsp:txXfrm>
    </dsp:sp>
    <dsp:sp modelId="{4F7FE0CD-D0E6-4FB1-A62D-50087AD0CCE1}">
      <dsp:nvSpPr>
        <dsp:cNvPr id="0" name=""/>
        <dsp:cNvSpPr/>
      </dsp:nvSpPr>
      <dsp:spPr>
        <a:xfrm>
          <a:off x="6372100" y="1215734"/>
          <a:ext cx="1153456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Knowledge &amp; Data Hub Image History + Results Model Learning Storage </a:t>
          </a:r>
          <a:endParaRPr lang="en-IN" sz="1600" kern="1200" dirty="0"/>
        </a:p>
      </dsp:txBody>
      <dsp:txXfrm>
        <a:off x="6405884" y="1249518"/>
        <a:ext cx="1085888" cy="1920563"/>
      </dsp:txXfrm>
    </dsp:sp>
    <dsp:sp modelId="{8822A480-A7B7-4075-A522-415B0C522CFB}">
      <dsp:nvSpPr>
        <dsp:cNvPr id="0" name=""/>
        <dsp:cNvSpPr/>
      </dsp:nvSpPr>
      <dsp:spPr>
        <a:xfrm>
          <a:off x="7595698" y="2122825"/>
          <a:ext cx="148699" cy="1739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7595698" y="2157615"/>
        <a:ext cx="104089" cy="104369"/>
      </dsp:txXfrm>
    </dsp:sp>
    <dsp:sp modelId="{A24F67C3-35F7-46EC-8522-25DE4B84ABD3}">
      <dsp:nvSpPr>
        <dsp:cNvPr id="0" name=""/>
        <dsp:cNvSpPr/>
      </dsp:nvSpPr>
      <dsp:spPr>
        <a:xfrm>
          <a:off x="7806121" y="1215734"/>
          <a:ext cx="1408952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Progress Intelligence Improvement Tracking Visualization &amp; Trends </a:t>
          </a:r>
          <a:endParaRPr lang="en-IN" sz="1600" kern="1200" dirty="0"/>
        </a:p>
      </dsp:txBody>
      <dsp:txXfrm>
        <a:off x="7847388" y="1257001"/>
        <a:ext cx="1326418" cy="1905597"/>
      </dsp:txXfrm>
    </dsp:sp>
    <dsp:sp modelId="{4E19B6E4-897F-4F90-9686-B01A41F80826}">
      <dsp:nvSpPr>
        <dsp:cNvPr id="0" name=""/>
        <dsp:cNvSpPr/>
      </dsp:nvSpPr>
      <dsp:spPr>
        <a:xfrm>
          <a:off x="9285215" y="2122825"/>
          <a:ext cx="148699" cy="17394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9285215" y="2157615"/>
        <a:ext cx="104089" cy="104369"/>
      </dsp:txXfrm>
    </dsp:sp>
    <dsp:sp modelId="{14919B44-49E8-4D84-A326-88CAD20CC72E}">
      <dsp:nvSpPr>
        <dsp:cNvPr id="0" name=""/>
        <dsp:cNvSpPr/>
      </dsp:nvSpPr>
      <dsp:spPr>
        <a:xfrm>
          <a:off x="9495638" y="1215734"/>
          <a:ext cx="1774275" cy="19881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Feedback &amp; Adaptation Loop Cure Check + User Feedback Model Recommendation Update</a:t>
          </a:r>
        </a:p>
      </dsp:txBody>
      <dsp:txXfrm>
        <a:off x="9547605" y="1267701"/>
        <a:ext cx="1670341" cy="1884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9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2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3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4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033" y="2655888"/>
            <a:ext cx="1097280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Skin Disease Detection and care Recommendation System Using Deep Learning</a:t>
            </a:r>
            <a:endParaRPr sz="3200" b="1" spc="-1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3363774"/>
            <a:ext cx="1005840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3" descr="A blue and yellow logo with a black background&#10;&#10;AI-generated content may be incorrect.">
            <a:extLst>
              <a:ext uri="{FF2B5EF4-FFF2-40B4-BE49-F238E27FC236}">
                <a16:creationId xmlns:a16="http://schemas.microsoft.com/office/drawing/2014/main" id="{44EAA83B-AF85-E514-7938-AF74B6D7B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9992"/>
            <a:ext cx="10515600" cy="12799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A6D6A7C-241A-F23B-7D76-EF7464CF74E2}"/>
              </a:ext>
            </a:extLst>
          </p:cNvPr>
          <p:cNvSpPr/>
          <p:nvPr/>
        </p:nvSpPr>
        <p:spPr>
          <a:xfrm>
            <a:off x="8409451" y="4946258"/>
            <a:ext cx="27432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PRABHAVATHI 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D2088-699C-A26A-2E55-751DD7CD7BF0}"/>
              </a:ext>
            </a:extLst>
          </p:cNvPr>
          <p:cNvSpPr txBox="1"/>
          <p:nvPr/>
        </p:nvSpPr>
        <p:spPr>
          <a:xfrm>
            <a:off x="7190233" y="4217036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17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065" y="25654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1938" y="25654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0D0626-07DC-0AF0-523C-D0BF6086ADAE}"/>
              </a:ext>
            </a:extLst>
          </p:cNvPr>
          <p:cNvSpPr txBox="1"/>
          <p:nvPr/>
        </p:nvSpPr>
        <p:spPr>
          <a:xfrm>
            <a:off x="155065" y="1447800"/>
            <a:ext cx="11876530" cy="476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  <a:p>
            <a:pPr>
              <a:lnSpc>
                <a:spcPct val="1500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system for skin disease analysis, personalized care, monitoring, and healthcare integration.</a:t>
            </a:r>
          </a:p>
          <a:p>
            <a:pPr>
              <a:lnSpc>
                <a:spcPct val="1500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accurate assessment and real-world clinical usability using intelligent image analysis and expert validation.</a:t>
            </a:r>
          </a:p>
          <a:p>
            <a:pPr>
              <a:lnSpc>
                <a:spcPct val="150000"/>
              </a:lnSpc>
            </a:pPr>
            <a:r>
              <a:rPr lang="en-US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>
              <a:lnSpc>
                <a:spcPct val="1500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diagnosis is often delayed and inconsistent due to poor image quality and limited specialist access.</a:t>
            </a:r>
          </a:p>
          <a:p>
            <a:pPr>
              <a:lnSpc>
                <a:spcPct val="1500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severity assessment, long-term monitoring, and clinical integration.</a:t>
            </a:r>
          </a:p>
          <a:p>
            <a:pPr>
              <a:lnSpc>
                <a:spcPct val="150000"/>
              </a:lnSpc>
            </a:pPr>
            <a:r>
              <a:rPr lang="en-US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 </a:t>
            </a:r>
          </a:p>
          <a:p>
            <a:pPr>
              <a:lnSpc>
                <a:spcPct val="1500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reliable skin disease detection with severity analysis and personalized care guidance.</a:t>
            </a:r>
          </a:p>
          <a:p>
            <a:pPr>
              <a:lnSpc>
                <a:spcPct val="150000"/>
              </a:lnSpc>
            </a:pPr>
            <a:r>
              <a:rPr lang="en-US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continuous monitoring and clinically validated integration within healthcare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7239">
              <a:lnSpc>
                <a:spcPct val="100000"/>
              </a:lnSpc>
              <a:spcBef>
                <a:spcPts val="105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lang="en-IN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C7720-64F4-1080-A751-DAFBE626219B}"/>
              </a:ext>
            </a:extLst>
          </p:cNvPr>
          <p:cNvSpPr txBox="1"/>
          <p:nvPr/>
        </p:nvSpPr>
        <p:spPr>
          <a:xfrm>
            <a:off x="533400" y="1752600"/>
            <a:ext cx="12007269" cy="476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skin image acquisition and quality validation</a:t>
            </a:r>
            <a:b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High-quality, standardized skin images suitable for clinical assessment.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characteristic identification and disease detection with severity analysis</a:t>
            </a:r>
            <a:b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 disease classification with clear skin-type and severity labeling.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 and preventive recommendation generation</a:t>
            </a:r>
            <a:b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Customized treatment guidance and improved preventive health planning.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condition monitoring and progression trend analysis</a:t>
            </a:r>
            <a:b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Early identification of changes and improved long-term management.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record integration and expert-based validation</a:t>
            </a:r>
            <a:b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Clinically verified, interoperable system ready for real-world deployment</a:t>
            </a:r>
            <a:endParaRPr lang="en-US" sz="205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EE43-A36D-34D2-1692-4E0B79C3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685800"/>
            <a:ext cx="8149970" cy="69659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2BA1C8D-95E3-D662-4D06-E3CF2E3C9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6481827"/>
              </p:ext>
            </p:extLst>
          </p:nvPr>
        </p:nvGraphicFramePr>
        <p:xfrm>
          <a:off x="457200" y="1295400"/>
          <a:ext cx="112776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511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EA37-A0EA-52F7-121E-8E0419BF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02495"/>
            <a:ext cx="8756141" cy="69659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49B17E0-A123-571D-0F77-8419E198DB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E8EC7E4-5666-4DC2-6F15-D4E30FFB536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63A14B7-ED8E-F0DA-3B57-9114BCC5E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1676400"/>
            <a:ext cx="12268200" cy="5240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pre-processing: resize, noise removal, color normalization, skin region segmentation.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(CNN/Transfer Learning) extracts features like texture, color, lesions.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identifies </a:t>
            </a: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type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detects </a:t>
            </a:r>
            <a:r>
              <a:rPr kumimoji="0" lang="en-US" altLang="en-US" sz="2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skin disease</a:t>
            </a: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Severity level estimated (mild, moderate, severe) using lesion size and affected area.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 generates personalized skincare routine, product and diet suggestions.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Severe cases → dermatologist consultation suggestion.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stored and compared over time for progress tracking.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shows before–after results and improvement graphs.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confirms recovery/improvement and collects user feedback.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future recommendations for better skin health management.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5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E372A6-8E21-6050-6000-38CC54732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2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8DDC3-AA98-8E69-264E-1802AA0C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615901"/>
            <a:ext cx="9218803" cy="1107996"/>
          </a:xfrm>
        </p:spPr>
        <p:txBody>
          <a:bodyPr/>
          <a:lstStyle/>
          <a:p>
            <a:pPr algn="ctr">
              <a:spcAft>
                <a:spcPts val="300"/>
              </a:spcAft>
              <a:buNone/>
            </a:pP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skin image capture &amp; skin type </a:t>
            </a:r>
            <a:r>
              <a:rPr lang="fr-F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3600" b="1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4C78927-4D59-E88F-5038-AF5502C047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29C97EEA-8AA1-9D06-9D8B-73953242776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845D8C-2E7B-C0CB-9CAD-BC8027BA291D}"/>
              </a:ext>
            </a:extLst>
          </p:cNvPr>
          <p:cNvSpPr txBox="1"/>
          <p:nvPr/>
        </p:nvSpPr>
        <p:spPr>
          <a:xfrm>
            <a:off x="381000" y="1826664"/>
            <a:ext cx="10515600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module that captures and understands the user’s skin condition before disease detection and recommendations.</a:t>
            </a:r>
          </a:p>
          <a:p>
            <a:pPr algn="l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OpenCV, CNN/Transfer Learning, TensorFlow/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Camera interface</a:t>
            </a:r>
          </a:p>
          <a:p>
            <a:pPr algn="l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quality, texture,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tone, pore visibility, oil/dry levels</a:t>
            </a:r>
          </a:p>
          <a:p>
            <a:pPr algn="l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clean and accurate input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accuracy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personalized skincare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long-term skin monitoring</a:t>
            </a:r>
          </a:p>
        </p:txBody>
      </p:sp>
    </p:spTree>
    <p:extLst>
      <p:ext uri="{BB962C8B-B14F-4D97-AF65-F5344CB8AC3E}">
        <p14:creationId xmlns:p14="http://schemas.microsoft.com/office/powerpoint/2010/main" val="384590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75E0CA-262F-9676-43AC-BBAB504EE3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A339F96-A258-6BB7-F249-A2CD190050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7BB34-E319-579B-A8BA-3456763A2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685800"/>
            <a:ext cx="65709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5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48A3-CC0E-EE91-853F-9CA2901E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048B3AF-283A-1208-BE25-6A45094064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1D5A2F6-2F98-E8F5-E848-974E226D93C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33A821-99DA-0536-71A8-E421B2C42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1158493"/>
            <a:ext cx="9404910" cy="547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6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4D3C975-2CB0-B3A1-286C-C1FA42E8D9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827F1D9-7204-011D-9AF7-8438989745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0369" y="288780"/>
            <a:ext cx="1520062" cy="1342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7B07C2-25E5-D29B-7F62-1B4BB7407EAF}"/>
              </a:ext>
            </a:extLst>
          </p:cNvPr>
          <p:cNvSpPr txBox="1"/>
          <p:nvPr/>
        </p:nvSpPr>
        <p:spPr>
          <a:xfrm>
            <a:off x="357352" y="1604245"/>
            <a:ext cx="121920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skin diseases and evaluates their severity for accurate treatment guidance.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OpenCV, CNN/Transfer Learning models, TensorFlow/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trained skin disease datasets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Lesion patterns, color variation, texture, affected area percentage, redness intensity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early disease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severity-based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treatment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personalized care decisions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core diagnostic layer of the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59285-D46C-80E2-5727-4D08D5BDCB2C}"/>
              </a:ext>
            </a:extLst>
          </p:cNvPr>
          <p:cNvSpPr txBox="1"/>
          <p:nvPr/>
        </p:nvSpPr>
        <p:spPr>
          <a:xfrm>
            <a:off x="1430454" y="255679"/>
            <a:ext cx="8749866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Skin Disease Detection &amp; Severity Analysis</a:t>
            </a:r>
          </a:p>
        </p:txBody>
      </p:sp>
    </p:spTree>
    <p:extLst>
      <p:ext uri="{BB962C8B-B14F-4D97-AF65-F5344CB8AC3E}">
        <p14:creationId xmlns:p14="http://schemas.microsoft.com/office/powerpoint/2010/main" val="287485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2B5A227E-C7DC-0868-9ED3-2340E17337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555F2C5-E197-3E96-90FC-E4EF9C6859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BBF1A-44BD-BF56-2741-258EC9F7A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001" y="838200"/>
            <a:ext cx="8191997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42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2334-DCFD-7358-75B1-71BCD431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92202CC-CA6B-5BAC-D515-435406B628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6727275-F7B4-E389-3816-A15E11F44E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C99061-C783-E7D7-29A8-0A349ED2C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158493"/>
            <a:ext cx="7467600" cy="529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52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CB83E05-E646-A760-6B01-FABDCF03D3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994C028-90C5-8E30-1AD6-A64A1AF9CA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0369" y="288780"/>
            <a:ext cx="1520062" cy="13428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D0C1F1-80E6-3D38-4B2A-006895FF0A29}"/>
              </a:ext>
            </a:extLst>
          </p:cNvPr>
          <p:cNvSpPr txBox="1"/>
          <p:nvPr/>
        </p:nvSpPr>
        <p:spPr>
          <a:xfrm>
            <a:off x="457200" y="1727466"/>
            <a:ext cx="11580431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skincare and treatment suggestions based on detected skin type, disease, and severity.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Rule-based logic, Machine Learning recommendation model, Database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type, detected disease, severity level, user history, environmental factors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personalized skincare guidance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treatment decisions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engagement and care consistency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detection results with practical solutions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skin health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FB88B-6756-6370-4504-2CE9D5B3DD98}"/>
              </a:ext>
            </a:extLst>
          </p:cNvPr>
          <p:cNvSpPr txBox="1"/>
          <p:nvPr/>
        </p:nvSpPr>
        <p:spPr>
          <a:xfrm>
            <a:off x="909143" y="457322"/>
            <a:ext cx="9601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3– Personal Care &amp; Recommendation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612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A4A3195D-075A-F0F0-7DD3-6A848E93E65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24B4D9BA-E2A1-D80D-47B2-8C8AC73AE1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5D15D-2C1F-E9DF-98F4-3447ADA5C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685800"/>
            <a:ext cx="8839200" cy="578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34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14CC-D57E-9DC3-9434-B324A56DA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13B8FDD-5771-62FF-B7F0-7EFA4460AA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87FFD40-242A-D237-D06A-0FBCA46D89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F0328B-B979-5CB1-5D4A-7107719AF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295400"/>
            <a:ext cx="5737723" cy="53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78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>
            <a:extLst>
              <a:ext uri="{FF2B5EF4-FFF2-40B4-BE49-F238E27FC236}">
                <a16:creationId xmlns:a16="http://schemas.microsoft.com/office/drawing/2014/main" id="{C1FC63EF-04CA-2E32-D6E4-723D3A6C5F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590169D-9BC4-0E6F-3F62-C8A6164D7D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CE2CEA-3C05-424D-60A1-30C161330160}"/>
              </a:ext>
            </a:extLst>
          </p:cNvPr>
          <p:cNvSpPr txBox="1"/>
          <p:nvPr/>
        </p:nvSpPr>
        <p:spPr>
          <a:xfrm>
            <a:off x="1752600" y="457322"/>
            <a:ext cx="838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 – Skin Health Improvement Visualization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CC3ED-0999-DD9D-D6D0-A79CF4A637B4}"/>
              </a:ext>
            </a:extLst>
          </p:cNvPr>
          <p:cNvSpPr txBox="1"/>
          <p:nvPr/>
        </p:nvSpPr>
        <p:spPr>
          <a:xfrm>
            <a:off x="682434" y="1640849"/>
            <a:ext cx="105918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and visualizes changes in skin condition over time to measure treatment effectiveness.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OpenCV, Data visualization libraries (Matplotlib/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Database storage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vs current images, severity score changes, texture variation, color improvement, time interval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progress tracking and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treatment effectiveness visually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consistent skincare routines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confidence and engagement</a:t>
            </a:r>
          </a:p>
        </p:txBody>
      </p:sp>
    </p:spTree>
    <p:extLst>
      <p:ext uri="{BB962C8B-B14F-4D97-AF65-F5344CB8AC3E}">
        <p14:creationId xmlns:p14="http://schemas.microsoft.com/office/powerpoint/2010/main" val="140174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7F5642BD-786C-8A6A-85B9-F29AD4B464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24F441F-0B1E-877F-90D6-D10C74ABDC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C4797F-83D3-7B09-7574-8A07AFF42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219200"/>
            <a:ext cx="8458200" cy="530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99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888A-9DF1-1A5A-D756-ADA8EB0F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F1A871E-A66D-4AFF-8BC3-E28B834CD7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2D43069-9B98-00E5-8CF0-620574C6D5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6AA057-EDFC-538F-239A-468340A12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501" y="1404730"/>
            <a:ext cx="6992326" cy="499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6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>
            <a:extLst>
              <a:ext uri="{FF2B5EF4-FFF2-40B4-BE49-F238E27FC236}">
                <a16:creationId xmlns:a16="http://schemas.microsoft.com/office/drawing/2014/main" id="{EEE81E9E-0BAF-4D94-3219-D0E02AAB1C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0369" y="288780"/>
            <a:ext cx="1520062" cy="134289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C6226140-36AC-EBE6-DBF5-584642E2BE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F5D321-18A0-0CAF-B75D-0B41B090D722}"/>
              </a:ext>
            </a:extLst>
          </p:cNvPr>
          <p:cNvSpPr txBox="1"/>
          <p:nvPr/>
        </p:nvSpPr>
        <p:spPr>
          <a:xfrm>
            <a:off x="1645851" y="386037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Cure Confirmation &amp; Personalized Feedback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14EB6-14AF-6D5B-A76F-FEEA360F7A1B}"/>
              </a:ext>
            </a:extLst>
          </p:cNvPr>
          <p:cNvSpPr txBox="1"/>
          <p:nvPr/>
        </p:nvSpPr>
        <p:spPr>
          <a:xfrm>
            <a:off x="533400" y="1628629"/>
            <a:ext cx="1043940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recovery status and refines future care using user feedback and updated analysis.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Feedback interface, Database, ML-based update logic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percentage, severity change, user feedback, treatment response, time duration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Impact: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treatment success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preventive care guidance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recommendation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long-term skin health management</a:t>
            </a:r>
          </a:p>
        </p:txBody>
      </p:sp>
    </p:spTree>
    <p:extLst>
      <p:ext uri="{BB962C8B-B14F-4D97-AF65-F5344CB8AC3E}">
        <p14:creationId xmlns:p14="http://schemas.microsoft.com/office/powerpoint/2010/main" val="747466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A1936FBB-85BC-6DA8-F6CA-E949710D9C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77" y="381000"/>
            <a:ext cx="1103582" cy="1342897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921049B5-81E1-19EA-7D91-7250B37226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51CE68-15E2-227B-2559-29DF1066D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609600"/>
            <a:ext cx="6676397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45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DB7A-7270-B05E-C371-0133B340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303A5FA2-0C69-E730-F45E-7DDC407123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11" name="object 5">
            <a:extLst>
              <a:ext uri="{FF2B5EF4-FFF2-40B4-BE49-F238E27FC236}">
                <a16:creationId xmlns:a16="http://schemas.microsoft.com/office/drawing/2014/main" id="{8EDD989B-6409-18AE-317E-EC802249AB0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0369" y="288780"/>
            <a:ext cx="1520062" cy="1342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575DB8-AABE-970E-025B-276A0A286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295400"/>
            <a:ext cx="5763429" cy="52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74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0E738-4FDD-87F5-418C-5AAF0296D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810196"/>
            <a:ext cx="7155941" cy="69659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72FE905-B557-6D31-9308-F170634DC5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70400"/>
            <a:ext cx="1162049" cy="1088093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AC2C753-8FDB-E417-CCB8-0E97A7420A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0400"/>
            <a:ext cx="1390650" cy="1221653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B934F8-0139-A29C-AB4B-75087F36E0E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00200" y="1676400"/>
            <a:ext cx="9220200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or uploads the user’s skin image and analyzes it using deep learning to identify skin type, characteristics, possible diseases, and their severity level.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skincare routines, treatment guidance, and lifestyle or care suggestions based on the analysis results.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 and skin images securely for future reference and continuous monitoring.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previous and current images to track improvement over time and visualizes progress using graphs and comparisons.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Confirms recovery status, collects user feedback, and uses it to improve system accuracy and future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5779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B72A-702F-E191-15E1-36FCE4BD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04CD9CF-FFA1-F951-08F4-7C2E4A0C3B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36D2A68-96FA-61D8-D836-8B89AA9A3F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AEC675-C1ED-7EFE-FE25-C3C95FEC5678}"/>
              </a:ext>
            </a:extLst>
          </p:cNvPr>
          <p:cNvSpPr txBox="1"/>
          <p:nvPr/>
        </p:nvSpPr>
        <p:spPr>
          <a:xfrm>
            <a:off x="1371600" y="1676400"/>
            <a:ext cx="100584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image quality (lighting, blur, camera resolution).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depends on the dataset used for training.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detect rare or complex skin diseases accurately.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fully replace professional dermatologist diagnosis.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tone variations and environmental conditions may affect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estimation may vary for different users.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internet/device support for image processing and storage.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are general and may not suit all individuals.</a:t>
            </a:r>
          </a:p>
        </p:txBody>
      </p:sp>
    </p:spTree>
    <p:extLst>
      <p:ext uri="{BB962C8B-B14F-4D97-AF65-F5344CB8AC3E}">
        <p14:creationId xmlns:p14="http://schemas.microsoft.com/office/powerpoint/2010/main" val="18170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44C7-1DAD-9B06-479E-A2F6F51B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744" y="819658"/>
            <a:ext cx="7155941" cy="69659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16BE534-5120-6302-CE3D-690620FF3E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99CF61C-ABE4-F5BB-75E7-FF87A06AD0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97A966E-281F-BF6E-1F5C-44BF9A2C7D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52600" y="1676400"/>
            <a:ext cx="1150620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diverse datasets to improve accuracy.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camera analysis through mobile app.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more skin diseases and advanced severity detection.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dermatologists for online consultation.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AI-based product recommendation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cloud storage for long-term skin tracking.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and user-friendly interface.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with continuous learning from user feedback.</a:t>
            </a:r>
          </a:p>
        </p:txBody>
      </p:sp>
    </p:spTree>
    <p:extLst>
      <p:ext uri="{BB962C8B-B14F-4D97-AF65-F5344CB8AC3E}">
        <p14:creationId xmlns:p14="http://schemas.microsoft.com/office/powerpoint/2010/main" val="133391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0934" y="762000"/>
            <a:ext cx="7155941" cy="696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553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A9BA560-AA44-901E-1E65-F77EDD9AE06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76400" y="1886249"/>
            <a:ext cx="899160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or uploads the user’s skin image, analyzes it using deep learning, identifies skin type, detects possible skin diseases, and estimates the severity level of the condition.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skincare routines, treatment guidance, and lifestyle or preventive care suggestions based on the analysis results.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 and previous skin images in a database for continuous monitoring and future reference.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past and current images to track improvement, displays progress through graphs and visual comparisons, and confirms recovery status after monitoring.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feedback and uses it to refine the system, improve model accuracy, and enhance future recommendations.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4F51-3760-B414-C3E0-40AC207C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71210"/>
            <a:ext cx="7155941" cy="69659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D7771-DB0D-0DCA-9844-6A9B7DF7CFD6}"/>
              </a:ext>
            </a:extLst>
          </p:cNvPr>
          <p:cNvSpPr txBox="1"/>
          <p:nvPr/>
        </p:nvSpPr>
        <p:spPr>
          <a:xfrm>
            <a:off x="457200" y="1524000"/>
            <a:ext cx="11049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Sharma and R. Patel, “Deep Learning-Based Skin Disease Detection Using CNN and Transfer Learning,”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pp. 10234–10248, 2025.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R. Nair, P. Joseph, and K. Menon, “Smart Dermatology Monitoring System Using Computer Vision and AI,” in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Int. Conf. Artificial Intelligence in Healthcare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2025, pp. 210–215.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Gupta and N. Verma, “Automated Skin Lesion Classification and Severity Estimation Using Deep Neural Networks,”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Med. Imaging Health Informatics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1, pp. 66–75, 2026.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Chen and Y. Zhao, “Personalized Skincare Recommendation Using Machine Learning Techniques,”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Tools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84, pp. 8891–8908, 2026.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K. Lee, J. Park, and S. Kim, “AI-Driven Dermatology Assistant for Skin Type and Disease Analysis,”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pp. 5542–5556, 2025</a:t>
            </a:r>
          </a:p>
        </p:txBody>
      </p:sp>
    </p:spTree>
    <p:extLst>
      <p:ext uri="{BB962C8B-B14F-4D97-AF65-F5344CB8AC3E}">
        <p14:creationId xmlns:p14="http://schemas.microsoft.com/office/powerpoint/2010/main" val="2369529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976" y="2667000"/>
            <a:ext cx="5460048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/>
              <a:t>Thank</a:t>
            </a:r>
            <a:r>
              <a:rPr sz="8000" spc="-100" dirty="0"/>
              <a:t> </a:t>
            </a:r>
            <a:r>
              <a:rPr sz="8000" spc="-50" dirty="0"/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2201</TotalTime>
  <Words>1411</Words>
  <Application>Microsoft Office PowerPoint</Application>
  <PresentationFormat>Widescreen</PresentationFormat>
  <Paragraphs>138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Smart Skin Disease Detection and care Recommendation System Using Deep Learning</vt:lpstr>
      <vt:lpstr>Introduction</vt:lpstr>
      <vt:lpstr>Objectives</vt:lpstr>
      <vt:lpstr>Architecture Diagram</vt:lpstr>
      <vt:lpstr>Methodology</vt:lpstr>
      <vt:lpstr>PowerPoint Presentation</vt:lpstr>
      <vt:lpstr>PowerPoint Presentation</vt:lpstr>
      <vt:lpstr>PowerPoint Presentation</vt:lpstr>
      <vt:lpstr>OUTPUT</vt:lpstr>
      <vt:lpstr>PowerPoint Presentation</vt:lpstr>
      <vt:lpstr>PowerPoint Presentation</vt:lpstr>
      <vt:lpstr>OUTPUT</vt:lpstr>
      <vt:lpstr>PowerPoint Presentation</vt:lpstr>
      <vt:lpstr>PowerPoint Presentation</vt:lpstr>
      <vt:lpstr>OUTPUT</vt:lpstr>
      <vt:lpstr>PowerPoint Presentation</vt:lpstr>
      <vt:lpstr>PowerPoint Presentation</vt:lpstr>
      <vt:lpstr>OUTPUT</vt:lpstr>
      <vt:lpstr>PowerPoint Presentation</vt:lpstr>
      <vt:lpstr>PowerPoint Presentation</vt:lpstr>
      <vt:lpstr>OUTPUT</vt:lpstr>
      <vt:lpstr>Result</vt:lpstr>
      <vt:lpstr>Limitations</vt:lpstr>
      <vt:lpstr>Future Scope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prabha02102005@gmail.com</cp:lastModifiedBy>
  <cp:revision>19</cp:revision>
  <dcterms:created xsi:type="dcterms:W3CDTF">2025-02-28T15:07:37Z</dcterms:created>
  <dcterms:modified xsi:type="dcterms:W3CDTF">2026-08-05T04:31:33Z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